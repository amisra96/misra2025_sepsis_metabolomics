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6694-54B0-4B10-A4E7-124D8CC2B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28986-265C-4809-A145-CED54CF56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94388-FCA1-4C7D-8F42-E1808869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1ED18-4740-4252-8BD0-F7B2BAA2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4B9F5-827D-412F-A25A-5444A3A8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F72A-0F15-4E41-9DE6-CC7011DEC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CB8CF-42A2-4D99-B6BD-4DA1F754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851E9-7E41-404B-82E9-DD19AD1C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AFD74-EC51-4CFD-A123-2506611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F6748-3B69-4923-A05D-4EE8E77E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1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6B42-FF32-4DB9-952D-70C1A108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81A2E-04CD-4C1D-B3B4-5C291E0D7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1EBEA-ADA9-49C8-9053-3FCC55A5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9411A-E351-4A14-853E-D4AB79BC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4EE6B-DE7D-40C3-8E72-0C4D7214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1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F669-23B0-4ADE-A3F6-7E8BEE74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1BB53-7690-48A2-A863-CE691C50B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4917D-8380-4570-8056-C42F67BB8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9CAC0-F12F-41CF-8A7C-4700BE19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EDD8D-987D-4380-8A21-CF3EE53B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92851-F5BC-4D80-A840-48EC25BB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5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B055-ADA4-4B73-AF3A-3925D89D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EA0D6-FB8E-4851-988A-948FCC227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00685-0A9F-4278-BEA5-C83B1C21E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9634D-460B-4252-AECF-C1CFDC08C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39275-1EE6-4C85-9A33-594910B20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D5010-BB28-44E7-9FBE-D07B3BFA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A8F9E-E928-4916-A310-181A4E34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1B6B4-6C5A-4F89-B7D0-1EA2F6E6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7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32CB-EBAE-4B1F-AB8C-9B77126F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CAFBC-737B-4C8C-B17A-5DB3E9FA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6DADC-D7AE-4FDB-94C8-5A024AE4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47715-C2FD-40FF-9255-74024A82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87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2C9F1-5985-4A06-8A79-A85FA24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CCDF2-73D6-4014-A15D-9ED2BB40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0060C-63D1-4D18-8016-37BB3A1D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1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32D3-5095-4A6B-9980-7C3B10E5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F892-8477-4E6D-9207-86B6321DD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DB8C2-1100-4FF8-97FC-908BB1C53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8974E-5E11-445D-8424-E7EAF435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FCDEF-AE49-43D8-B31B-2FB3EFE3B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930F9-E611-407B-BBA0-7052383D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1788-A5BA-4576-8F7A-8C201343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C427D-AD91-48D9-9805-6B7661244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8B0D2-039C-4048-9CBB-09189C054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663A8-3FAE-403A-A15B-B473E1AF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513F4-67DB-4F10-B34E-96C72C10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9DDFF-725A-42B8-9F16-B0304CAC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5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0797-0906-41B9-995F-4C972200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C2636-DDCF-4DB5-8026-A6A4276C0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8C678-EDA1-4EFA-A5AF-193944CD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5A3F-C7E3-4031-9BF3-6F60B468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4D3C-1C7B-4CDF-8AC0-96A3DA3D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67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CD481-BC74-48DF-B99E-3CDC63DDA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79B64-379B-4E14-A75E-1D0C0A51F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1203-287E-4CF3-AF78-DD42311B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E7446-66F0-44D2-8048-6A44E4B8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665D3-293B-4AA1-9C27-E7403F64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0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998659-355C-408B-A278-FAB3F02C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30E2D-7572-439F-A98C-F787200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13DEB-6114-4AF4-A154-936CB97FC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61F6-76C4-482A-A5BF-D2F5D3504EC5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24493-EB3D-4401-AF92-416E64114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77906-4C21-4A64-AF79-52F2179EE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0FEAE-C7F5-420B-9E14-A6D04FEBA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2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8ED9BD-2B5E-49F8-9183-8D614362D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15" y="192727"/>
            <a:ext cx="2805928" cy="229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397BCD0-3D34-42FF-9995-9AC2DB203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43" y="192727"/>
            <a:ext cx="2850704" cy="229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FC59217-86D5-4D89-8B72-3952FC4AA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070" y="134934"/>
            <a:ext cx="2876481" cy="235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1FD32C5-FE05-419E-9C01-9A3FFEB22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15" y="3083400"/>
            <a:ext cx="2850704" cy="229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2CEFC11-1991-45BD-9AC9-BEDF838BA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43" y="3083400"/>
            <a:ext cx="2850704" cy="229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C7B8228-A994-4D73-A733-A6A2A5FFD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447" y="3083400"/>
            <a:ext cx="2805928" cy="229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C5DE4FB9-DA25-4FD3-A944-D86DCEDAF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551" y="134934"/>
            <a:ext cx="2993821" cy="2413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B3C12B27-EF53-4876-A231-55C8EF4ED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375" y="3083400"/>
            <a:ext cx="2850704" cy="229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79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B02D0D4-BAC6-4EE2-B307-8DF4634D7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613" y="159900"/>
            <a:ext cx="2267536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FD4BB03-7B4B-411D-B86B-8ED4B333B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770" y="165750"/>
            <a:ext cx="2327843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C0D007A-D4A6-4E31-BF84-F861E0383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769" y="165750"/>
            <a:ext cx="2267536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4BF9D95B-AA69-4AA6-82F7-0596BDB68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461" y="155625"/>
            <a:ext cx="2267536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6E244A68-EF3F-4373-840F-D28C3DF61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00" y="165750"/>
            <a:ext cx="2267536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BD9FF0F2-3FC7-481C-B704-A15E2A287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8" y="2697600"/>
            <a:ext cx="2303720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A9F76722-4E62-443A-BA1F-35766E64D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57" y="2697600"/>
            <a:ext cx="2327843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ED8E1462-A273-406E-B2DB-BFA6FFA4D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769" y="2697600"/>
            <a:ext cx="2267536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72BC9878-685B-4AD0-A975-3DF9E8C4F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232" y="2697600"/>
            <a:ext cx="2327843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DB35F330-6C6D-46FC-8E70-9CA06DD6F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075" y="2697600"/>
            <a:ext cx="2327843" cy="18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85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Misra</dc:creator>
  <cp:lastModifiedBy>Aditya Misra</cp:lastModifiedBy>
  <cp:revision>1</cp:revision>
  <dcterms:created xsi:type="dcterms:W3CDTF">2021-10-22T21:10:56Z</dcterms:created>
  <dcterms:modified xsi:type="dcterms:W3CDTF">2021-10-22T21:18:12Z</dcterms:modified>
</cp:coreProperties>
</file>